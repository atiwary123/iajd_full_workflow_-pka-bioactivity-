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bioactivity predictor works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molecule, we answer two questions in parallel: which organ does it target, and how much delivery occurs there.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840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990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Start with the molecule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SMILES string (chemical structure)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2194560"/>
            <a:ext cx="0" cy="18288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2395728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Describe it with 88 numbers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89864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A 50 (RDKit + 3D descriptors + pKa)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Block D 6 (membrane geometry, charge density)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Block B 14 + Block C 10  (external pretrained models)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Formulation 8  (DLS, dose, buffer)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23160" y="3767328"/>
            <a:ext cx="0" cy="164592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3950208"/>
            <a:ext cx="3840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023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Find lookalikes we already tested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4453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Tanimoto on Morgan-2 fingerprints, top K=8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training compounds.  Used by Stage B.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1325880"/>
            <a:ext cx="4846320" cy="21031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399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it deliver?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95160" y="17465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— six binary classifiers, one per organ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95160" y="2039112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classifier asks: 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compound a strong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delivery agent for spleen?  for liver?  for lung?  for LN?”</a:t>
            </a:r>
            <a:endParaRPr lang="en-US" sz="11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 per organ.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Argmax over (spleen, liver, lung) gives the “dominant organ” call.</a:t>
            </a:r>
            <a:endParaRPr lang="en-US" sz="11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210 compounds with binary “strong” labels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0" y="3611880"/>
            <a:ext cx="484632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9516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it deliver?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95160" y="40325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— five regressors, one per organ flux target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95160" y="4325112"/>
            <a:ext cx="4572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predictions are made and blended:</a:t>
            </a:r>
            <a:endParaRPr lang="en-US" sz="11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prediction: 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model expect from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chemistry alone?  (XGBoost on the 88 features)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prediction: 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flux of the K=8 closest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compounds, weighted by Tanimoto similarity</a:t>
            </a:r>
            <a:endParaRPr lang="en-US" sz="11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ratio α is set per family.  </a:t>
            </a:r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log10(photons/sec) + 90% PI</a:t>
            </a:r>
            <a:endParaRPr lang="en-US" sz="11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147 compounds with measured in vivo IVIS flux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2875788"/>
            <a:ext cx="2514600" cy="-49834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343400" y="3287268"/>
            <a:ext cx="2514600" cy="1467612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02920" y="6062472"/>
            <a:ext cx="112014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6062472"/>
            <a:ext cx="11018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output: 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probabilities + per-organ flux + 90% PI + </a:t>
            </a:r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tier (HIGH / MEDIUM / LOW)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65836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confidence tier is the minimum of four signals: prediction-interval width, similarity-hierarchy level (1 = exact match, 5 = unfamiliar), Tanimoto to training set, and external-model OOD flag.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— improvements in the pipeline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item below has a known expected gain on the model's prediction error. The current model holds the floor at MAE 0.39 on held-out compounds; these are the levers to push it lower.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37033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80160"/>
            <a:ext cx="370332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 (weeks)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290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Block B (LiON)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on the pretrained LNP-delivery model from Anderson lab (~9,000 LNP measurements across liver-IV, lung-IT, lung-inhaled, lung-nebulized, muscle-IM, nasal). Currently shipping zeros.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ΔMAE: −0.03 to −0.08 log-units</a:t>
            </a:r>
            <a:endParaRPr lang="en-US" sz="11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Block C (ADMET-AI)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on the Stanford drug-property model (41 pharmacokinetic endpoints). Currently using RDKit-derived stand-ins for 10 endpoints.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ΔMAE: 0 to −0.02</a:t>
            </a:r>
            <a:endParaRPr lang="en-US" sz="11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v7.x pKa surrogate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pKa from v1.0 baked-in GPR (LOO MAE 0.146). Production v7.x bundle exists at LOO MAE 0.074 — needs to be packaged as a joblib and wired in.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tighter pKa-derived features in Block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7033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280160"/>
            <a:ext cx="370332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Mid-term  (months)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34840" y="1737360"/>
            <a:ext cx="34290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the 41 dropped IAJDs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Bioactivity-measured IAJDs lacking v21 SMILES at v07 build time. Each needs SMILES construction + MALDI-TOF MW cross-validation. Biggest structural data improvement available.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per-family balance + lower variance</a:t>
            </a:r>
            <a:endParaRPr lang="en-US" sz="11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 qualitative organ labels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60 IAJDs in ja2c00273 Table S2 + ja1c05813 Table S7 have strong/weak organ labels but no numbers. Converting to ordinal targets unlocks per-organ Stage B regressors.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helps lymph-node target (current n_pos=8 → ~30+)</a:t>
            </a:r>
            <a:endParaRPr lang="en-US" sz="11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MAP4 fingerprints for X2 isomers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Morgan-2 fingerprints can't distinguish constitutional isomers (3,4 vs 3,5 substitution). MAP4 captures atom-level positional context and would resolve the X2 rank-order weakness (Spearman 0.47 → est. 0.65+).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ΔMAE: −0.01 to −0.03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92440" y="1280160"/>
            <a:ext cx="37033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2440" y="1280160"/>
            <a:ext cx="370332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 (publication-grade)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1737360"/>
            <a:ext cx="34290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Multi-output Gaussian Process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independent XGBoost regressors with a multi-output GP using rank-2 ICM coregionalization. Captures cross-organ correlations (compounds that hit spleen often hit LN). Composite Tanimoto + Matérn kernel.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ΔMAE: −0.02 to −0.05</a:t>
            </a:r>
            <a:endParaRPr lang="en-US" sz="11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GPU-fine-tune LiON on IAJDs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Block B is activated, fine-tune the pretrained LiON checkpoints for 3 epochs on the IAJD bioactivity set. Adapts the LNP-delivery prior to IAJD chemistry without losing the 9,000-LNP transfer learning.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ΔMAE: −0.05 to −0.10  (~12 GPU-hours)</a:t>
            </a:r>
            <a:endParaRPr lang="en-US" sz="11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CG-MD membrane descriptors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MARTINI 3 simulations of dendrimersome self-assembly. Adds bilayer thickness, area-per-lipid, S_CD order parameters, and tilt angle to Block D. Captures the actual physics of IAJD packing.</a:t>
            </a:r>
            <a:endParaRPr lang="en-US" sz="1100" dirty="0"/>
          </a:p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ΔMAE: −0.03 to −0.07  (~1 month HPC)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expected MAE if all near-term + mid-term items land:  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0.39  →  ~0.30   (matches v2.0-FULL spec target).  </a:t>
            </a:r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column is publication-grade and gates the counterfactual / Pareto API.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IAJD Bioactivity — Methodology &amp; Roadmap</dc:title>
  <dc:subject>PptxGenJS Presentation</dc:subject>
  <dc:creator>Aryaman Singh / Percec Lab</dc:creator>
  <cp:lastModifiedBy>Aryaman Singh / Percec Lab</cp:lastModifiedBy>
  <cp:revision>1</cp:revision>
  <dcterms:created xsi:type="dcterms:W3CDTF">2026-05-01T04:34:26Z</dcterms:created>
  <dcterms:modified xsi:type="dcterms:W3CDTF">2026-05-01T04:34:26Z</dcterms:modified>
</cp:coreProperties>
</file>