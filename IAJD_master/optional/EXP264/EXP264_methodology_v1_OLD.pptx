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IAJD bioactivity prediction — workflow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parallel pipelines: organ probability (Stage A) and flux magnitude (Stage B), composed at the end into a single confidence tier.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251960" y="1188720"/>
            <a:ext cx="365760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SMILES input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80760" y="1691640"/>
            <a:ext cx="0" cy="201168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251960" y="1911096"/>
            <a:ext cx="36576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51960" y="1911096"/>
            <a:ext cx="3657600" cy="5943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assembly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88-d vector:  Block A 50  +  B 14  +  C 10  +  D 6  +  Form 8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80760" y="2505456"/>
            <a:ext cx="0" cy="146304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00400" y="2651760"/>
            <a:ext cx="57607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2651760"/>
            <a:ext cx="0" cy="21945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961120" y="2651760"/>
            <a:ext cx="0" cy="21945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371600" y="2916936"/>
            <a:ext cx="3657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2916936"/>
            <a:ext cx="365760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 — organ probability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132320" y="2916936"/>
            <a:ext cx="36576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0" y="2916936"/>
            <a:ext cx="3657600" cy="502920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B — flux magnitude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00400" y="3419856"/>
            <a:ext cx="0" cy="146304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961120" y="3419856"/>
            <a:ext cx="0" cy="146304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371600" y="3584448"/>
            <a:ext cx="36576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3584448"/>
            <a:ext cx="365760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XGBoost binary classifiers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per organ: spleen, liver,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lung, LN, heart, whole-body)</a:t>
            </a:r>
            <a:endParaRPr lang="en-US" sz="12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isotonic calibration on X3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binary labels: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= (flux ≥ 7.0) OR qual==“strong”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32320" y="3584448"/>
            <a:ext cx="36576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0" y="3584448"/>
            <a:ext cx="365760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XGBoost regressors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(total / spleen / liver / lung / LN)</a:t>
            </a:r>
            <a:endParaRPr lang="en-US" sz="12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= α · direct + (1−α) · analog-delta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set per family (e.g. PE-Tris=0.0,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GA-Tris=1.0).  Analog-delta = K=8 NN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Tanimoto-weighted blend.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0" y="4636008"/>
            <a:ext cx="0" cy="146304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961120" y="4636008"/>
            <a:ext cx="0" cy="146304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371600" y="480060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0" y="4800600"/>
            <a:ext cx="3657600" cy="777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 P(organ-strong) per organ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organ = argmax over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{spleen, liver, lung}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32320" y="480060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0" y="4800600"/>
            <a:ext cx="3657600" cy="7772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 log10(flux) per organ + PI 90%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half-width = quantile of strict-LOO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residuals (per-family or pooled)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00400" y="5577840"/>
            <a:ext cx="0" cy="12801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8961120" y="5577840"/>
            <a:ext cx="0" cy="128016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200400" y="5705856"/>
            <a:ext cx="57607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80760" y="5705856"/>
            <a:ext cx="0" cy="18288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657600" y="5907024"/>
            <a:ext cx="48463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0" y="5907024"/>
            <a:ext cx="484632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tier = min(PI-width tier, hierarchy-level tier, Tanimoto tier, LiON-OOD tier)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65836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 level (1 = SMILES exact match, 5 = OOD) gates anchor selection and PI inflation upstream of both stages. Stage C (formulation correction) is disabled in v2.0-MIN-v09 — DLS coverage &lt; 75% per spec §5.4.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IAJD Bioactivity Workflow — Methodology</dc:title>
  <dc:subject>PptxGenJS Presentation</dc:subject>
  <dc:creator>Aryaman Singh / Percec Lab</dc:creator>
  <cp:lastModifiedBy>Aryaman Singh / Percec Lab</cp:lastModifiedBy>
  <cp:revision>1</cp:revision>
  <dcterms:created xsi:type="dcterms:W3CDTF">2026-05-01T04:27:29Z</dcterms:created>
  <dcterms:modified xsi:type="dcterms:W3CDTF">2026-05-01T04:27:29Z</dcterms:modified>
</cp:coreProperties>
</file>