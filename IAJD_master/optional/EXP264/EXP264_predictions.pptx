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EXP264 — Predicted Bioactivity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novel IAJDs · Bioactivity model v2.0-MIN-v09 · pKa from baked-in surrogate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Percec Lab · University of Pennsylvania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EXP264-1 — predicted bioactivity</a:t>
            </a:r>
            <a:endParaRPr lang="en-US" sz="2400" dirty="0"/>
          </a:p>
        </p:txBody>
      </p:sp>
      <p:pic>
        <p:nvPicPr>
          <p:cNvPr id="3" name="Image 0" descr="/home/claude/exp264_pngs/EXP264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621792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8686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C41H74N2O6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(exact):  690.555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(assigned):  PE-Gallic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group:  HPRZ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pair:  4, 4  (alkyl C-count, model-extracted)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surrogate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= 6.33   PI90 [6.03, 6.62]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level:  1   (1 = exact match, 5 = OOD)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Tanimoto to training:  1.000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tier:  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CCCCC(CC)COc1cc(C(=O)OCCCCN2CCN(CCO)CC2)cc(OCC(CC)CCCC)c1OCC(CC)CCCC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463040"/>
                <a:gridCol w="30175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log10 flux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[5.50, 8.40]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bin (P=0.52)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Spleen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[6.25, 9.15]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p(spleen-strong)=0.14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[5.77, 8.68]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p(liver-strong)=0.23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[5.45, 8.35]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p(lung-strong)=0.00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 node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[5.07, 7.97]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p(LN-strong)=0.00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498080" y="4754880"/>
            <a:ext cx="43891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call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organ: unclear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(Stage B)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flux:  8.93e+6 p/s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SMILES exactly matches a training compound (Tanimoto = 1.0), so the prediction sits on top of measured data; the wide PI reflects per-family experimental variance rather than model uncertainty.  Nearest training neighbors: IAJD_300 (GA-Tris, T=1.00, flux 6.71); IAJD_297 (Dialkoxybenzyl, T=0.72, flux 6.73); IAJD_294 (Dialkoxybenzyl, T=0.70, flux 7.77).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EXP264-2 — predicted bioactivity</a:t>
            </a:r>
            <a:endParaRPr lang="en-US" sz="2400" dirty="0"/>
          </a:p>
        </p:txBody>
      </p:sp>
      <p:pic>
        <p:nvPicPr>
          <p:cNvPr id="3" name="Image 0" descr="/home/claude/exp264_pngs/EXP264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621792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8686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C45H82N2O7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(exact):  762.612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(assigned):  sSS-Nonsym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group:  H2EPRZ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pair:  5, 7  (alkyl C-count, model-extracted)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surrogate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= 6.31   PI90 [6.02, 6.61]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level:  4   (1 = exact match, 5 = OOD)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Tanimoto to training:  0.841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tier:  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CCCCC(CC)CCOc1cc(COC(=O)CCN2CCN(CCOCCO)CC2)cc(OCCC(CC)CCCC)c1OCCC(CC)CCCC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463040"/>
                <a:gridCol w="30175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log10 flux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[6.94, 8.42]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bin (P=0.69)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Spleen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[7.24, 8.72]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p(spleen-strong)=0.14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[5.82, 7.30]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p(liver-strong)=0.43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[6.19, 7.67]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p(lung-strong)=1.00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 node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[5.80, 7.28]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p(LN-strong)=0.59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498080" y="4754880"/>
            <a:ext cx="43891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call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organ: lung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(Stage B)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flux:  4.81e+7 p/s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level 4 (in-family analog with Tanimoto 0.84) — model interpolates from a small handful of close training compounds.  Nearest training neighbors: IAJD_322 (GA-Tris, T=0.84, flux 8.84); IAJD_253 (GA-Tris, T=0.79, flux 8.03); IAJD_253 (GA-Tris, T=0.79, flux 6.49).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EXP264-3 — predicted bioactivity</a:t>
            </a:r>
            <a:endParaRPr lang="en-US" sz="2400" dirty="0"/>
          </a:p>
        </p:txBody>
      </p:sp>
      <p:pic>
        <p:nvPicPr>
          <p:cNvPr id="3" name="Image 0" descr="/home/claude/exp264_pngs/EXP264_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621792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8686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C43H78N2O6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(exact):  718.586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(assigned):  sSS-Nonsym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group:  HPRZ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pair:  5, 7  (alkyl C-count, model-extracted)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surrogate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= 6.33   PI90 [6.04, 6.62]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level:  4   (1 = exact match, 5 = OOD)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Tanimoto to training:  0.810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tier:  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CCCCC(CC)CCOc1cc(COC(=O)CCN2CCN(CCO)CC2)cc(OCCC(CC)CCCC)c1OCCC(CC)CCCC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463040"/>
                <a:gridCol w="30175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log10 flux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[6.89, 8.37]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bin (P=0.71)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Spleen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[7.16, 8.65]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p(spleen-strong)=0.14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[5.64, 7.12]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p(liver-strong)=0.43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[6.25, 7.74]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p(lung-strong)=0.33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 node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[5.88, 7.37]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p(LN-strong)=0.00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498080" y="4754880"/>
            <a:ext cx="43891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call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organ: liver  (tied with lung)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(Stage B)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flux:  4.26e+7 p/s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level 4 (in-family analog with Tanimoto 0.81) — model interpolates from a small handful of close training compounds.  Nearest training neighbors: IAJD_321 (GA-Tris, T=0.81, flux 8.71); IAJD_097 (GA-Tris, T=0.74, flux 8.43); IAJD_097 (GA-Tris, T=0.74, flux 8.78).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EXP264-4 — predicted bioactivity</a:t>
            </a:r>
            <a:endParaRPr lang="en-US" sz="2400" dirty="0"/>
          </a:p>
        </p:txBody>
      </p:sp>
      <p:pic>
        <p:nvPicPr>
          <p:cNvPr id="3" name="Image 0" descr="/home/claude/exp264_pngs/EXP264_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621792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8686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C44H80N2O7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(exact):  748.597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(assigned):  sSS-Nonsym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group:  H2EPRZ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pair:  5, 7  (alkyl C-count, model-extracted)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surrogate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= 6.26   PI90 [5.97, 6.55]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level:  4   (1 = exact match, 5 = OOD)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Tanimoto to training:  0.841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tier:  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CCCCC(CC)CCOc1cc(COC(=O)CN2CCN(CCOCCO)CC2)cc(OCCC(CC)CCCC)c1OCCC(CC)CCCC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463040"/>
                <a:gridCol w="30175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log10 flux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[6.87, 8.35]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bin (P=0.72)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Spleen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[7.47, 8.95]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p(spleen-strong)=0.14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[5.82, 7.30]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p(liver-strong)=0.43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[6.01, 7.49]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p(lung-strong)=1.00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 node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[6.01, 7.49]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p(LN-strong)=0.67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498080" y="4754880"/>
            <a:ext cx="43891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call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organ: lung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(Stage B)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flux:  4.08e+7 p/s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level 4 (in-family analog with Tanimoto 0.84) — model interpolates from a small handful of close training compounds.  Nearest training neighbors: IAJD_330 (GA-Tris, T=0.84, flux 8.97); IAJD_322 (GA-Tris, T=0.73, flux 8.84); IAJD_253 (GA-Tris, T=0.73, flux 6.49).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EXP264-5 — predicted bioactivity</a:t>
            </a:r>
            <a:endParaRPr lang="en-US" sz="2400" dirty="0"/>
          </a:p>
        </p:txBody>
      </p:sp>
      <p:pic>
        <p:nvPicPr>
          <p:cNvPr id="3" name="Image 0" descr="/home/claude/exp264_pngs/EXP264_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621792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8686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C42H76N2O6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(exact):  704.570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(assigned):  sSS-Nonsym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group:  HPRZ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pair:  5, 7  (alkyl C-count, model-extracted)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surrogate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= 6.27   PI90 [5.98, 6.56]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level:  4   (1 = exact match, 5 = OOD)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Tanimoto to training:  0.810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tier:  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CCCCC(CC)CCOc1cc(COC(=O)CN2CCN(CCO)CC2)cc(OCCC(CC)CCCC)c1OCCC(CC)CCCC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463040"/>
                <a:gridCol w="30175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log10 flux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[6.90, 8.38]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bin (P=0.71)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Spleen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[7.41, 8.89]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p(spleen-strong)=0.14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[5.81, 7.29]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p(liver-strong)=0.43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[6.03, 7.51]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p(lung-strong)=1.00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 node flux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[5.74, 7.22]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p(LN-strong)=0.67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498080" y="4754880"/>
            <a:ext cx="43891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call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organ: lung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(Stage B)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flux:  4.35e+7 p/s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level 4 (in-family analog with Tanimoto 0.81) — model interpolates from a small handful of close training compounds.  Nearest training neighbors: IAJD_329 (GA-Tris, T=0.81, flux 8.36); IAJD_330 (GA-Tris, T=0.73, flux 8.97); IAJD_321 (GA-Tris, T=0.69, flux 8.71).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caveats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v2.0-MIN-v09 three-stage cascade. 88-dim feature vector (Block A 50 + B 14 + C 10 + D 6 + Form 8). Stage A: six per-organ XGBoost binary classifiers with isotonic calibration. Stage B: direct-XGBoost + analog-delta blend with per-family α routing, conformal 90% PI. Stage C disabled (formulation completeness &lt; 75% per spec §5.4).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v09 dataset: 210 rows, 156 unique IAJDs, 9 papers. TRAIN n=170; X1 stability holdout n=11; X2 isomers n=13; X3 stratified-random n=16. Family balance: PE-Gallic 48 / PE-Tris 50 / sSS-Nonsym 48 / GA-Tris 48 / Dialkoxybenzyl 16.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validation (X3, n=16)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log10_flux_total MAE = 0.386, PI90 coverage = 0.875 (in [0.85, 0.92] target). Stage A dominant-organ accuracy 3/4. X1 stability variance 0.041 &lt; 0.20 spec target. All 7 v2.0-MIN production gates pass.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from the v1.0 baked-in GPR surrogate (LOO MAE 0.146 on 243 v9-pKa training compounds). The current pKa workflow (v7.x with MAE ~0.074) is not deployed as a joblib in this environment; pKa numbers should be treated as ±0.30 log-units rather than the v7.x precision.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caveats for the EXP264 set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EXP264-2 through 5 are 3,4,5-trialkoxy benzyl esters (GA-Tris-family scaffolds). The bundle's family classifier returns sSS-Nonsym for these because the GA-Tris SMARTS matches an amide variant only; this means per-family α routes through 0.05 (delta-leaning) rather than 1.00 (direct-only). The nearest-neighbor analog list is correct (all GA-Tris); the predictions therefore lean on those neighbor fluxes — directionally appropriate but a known mislabeling.  (2) Block B (LiON pretrained inference) and Block C (real ADMET-AI) are inactive — Block C uses an RDKit physicochemical stand-in. Activating them is the v2.0-FULL roadmap step expected to drop pooled MAE by 0.03–0.10.  (3) Confidence tiers cap at MEDIUM bundle-wide while LiON is inactive (the lion_OOD signal is forced neutral).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EXP264 — Bioactivity Predictions (v2.0-MIN-v09)</dc:title>
  <dc:subject>PptxGenJS Presentation</dc:subject>
  <dc:creator>Aryaman Singh / Percec Lab</dc:creator>
  <cp:lastModifiedBy>Aryaman Singh / Percec Lab</cp:lastModifiedBy>
  <cp:revision>1</cp:revision>
  <dcterms:created xsi:type="dcterms:W3CDTF">2026-05-01T04:15:28Z</dcterms:created>
  <dcterms:modified xsi:type="dcterms:W3CDTF">2026-05-01T04:15:28Z</dcterms:modified>
</cp:coreProperties>
</file>